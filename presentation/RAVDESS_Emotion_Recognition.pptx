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Vocal Emotion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DD8E6"/>
                </a:solidFill>
              </a:rPr>
              <a:t>from Singing — RAVDESS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CNN  |  LSTM  |  GRU  |  MLP  |  SVM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Machine Learning —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UniKore  |  A.Y.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9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Problem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1790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Why detect emotions from voice?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56816"/>
            <a:ext cx="4572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07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568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RAVDESS Song — 1,012 clips, 6 emotions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4572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75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24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Audio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5409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MFCC and Mel-Spectrograms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93008"/>
            <a:ext cx="4572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43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93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MLP, CNN, LSTM, GRU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61104"/>
            <a:ext cx="4572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119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611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Results &amp;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Accuracy, F1, Confusion Matrices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4572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80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Interpretability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5838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SHAP analysis on CNN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97296"/>
            <a:ext cx="457200" cy="5486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848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972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Conclusions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126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Best model and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</a:rPr>
              <a:t>Can a machine understand how a person feels from their voice?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4864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Detect depression or anxiety from vocal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5486400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4864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Voice assistants that adapt to the user's mood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4864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Entertainment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Adaptive music or game soundtracks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023360"/>
            <a:ext cx="5486400" cy="1828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54864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69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Stress detection in call centres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 — RAVDESS Song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103120" cy="868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B8B"/>
                </a:solidFill>
              </a:rPr>
              <a:t>1,012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audio clips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103120" cy="868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B8B"/>
                </a:solidFill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70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actors (12M + 12F)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2103120" cy="868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B8B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75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emotion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2103120" cy="868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B8B"/>
                </a:solidFill>
              </a:rPr>
              <a:t>22,050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81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Hz sample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2103120" cy="8686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B8B"/>
                </a:solidFill>
              </a:rPr>
              <a:t>4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87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clip duration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Emotion Classes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508760"/>
            <a:ext cx="50292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1600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1856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Very few clips — class imbalance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359152"/>
            <a:ext cx="50292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2450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359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Calm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Relaxed, soft singing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209544"/>
            <a:ext cx="50292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33009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209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Happy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557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Energetic, bright tone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059935"/>
            <a:ext cx="50292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15137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05993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Sad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4407407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Slow, low pitch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4910328"/>
            <a:ext cx="50292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50017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910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Angry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257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Loud, high energy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760720"/>
            <a:ext cx="50292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5852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760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Fearful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61081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Tense, irregular</a:t>
            </a:r>
          </a:p>
        </p:txBody>
      </p:sp>
      <p:pic>
        <p:nvPicPr>
          <p:cNvPr id="44" name="Picture 43" descr="eda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5029200" cy="1436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Audio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MFCC  (Mel-Frequency Cepstral Coefficients)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40 coefficients per time frame
Captures timbre and vocal tract shape
Input for RNN/LSTM and MLP
Shape per clip: (173 frames x 40 coefficients)</a:t>
            </a:r>
          </a:p>
        </p:txBody>
      </p:sp>
      <p:pic>
        <p:nvPicPr>
          <p:cNvPr id="8" name="Picture 7" descr="eda_mf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7053943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430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Mel-Spectrogram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128 mel frequency bands
Frequency vs time 'image'
Input for CNN (treated as 2D image)
Shape per clip: (1 x 128 bands x 173 frames)</a:t>
            </a:r>
          </a:p>
        </p:txBody>
      </p:sp>
      <p:pic>
        <p:nvPicPr>
          <p:cNvPr id="13" name="Picture 12" descr="eda_mel_spectr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26080"/>
            <a:ext cx="7053943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274320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743200" cy="8229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DDDD"/>
                </a:solidFill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Input: mean+std of MFCC
80-dim vector
2 hidden layers
(256 -&gt; 128 -&gt; 6)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97280"/>
            <a:ext cx="274320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743200" cy="82296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64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DDDD"/>
                </a:solidFill>
              </a:rPr>
              <a:t>Classical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031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Input: mean+std of MFCC
RBF kernel
Class-weighted
Scikit-learn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97280"/>
            <a:ext cx="274320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97280"/>
            <a:ext cx="2743200" cy="8229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143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664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DDDD"/>
                </a:solidFill>
              </a:rPr>
              <a:t>Deep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031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Input: mel-spectrogram
4 conv blocks
Global Avg Pooling
45,830 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097280"/>
            <a:ext cx="274320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097280"/>
            <a:ext cx="2743200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143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64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DDDDDD"/>
                </a:solidFill>
              </a:rPr>
              <a:t>Deep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1031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Input: MFCC sequence
2-layer Bi-LSTM
Hidden size: 128
Last timestep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</a:rPr>
              <a:t>All models use speaker-independent evaluation: actors 21-24 reserved for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—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[Run notebooks to generate chart]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00584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16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188720"/>
            <a:ext cx="118872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2161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188720"/>
            <a:ext cx="118872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2161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 Macro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188720"/>
            <a:ext cx="137160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216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 Weighted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00200"/>
            <a:ext cx="1005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6459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MLP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1600200"/>
            <a:ext cx="11887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1645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67.0%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1600200"/>
            <a:ext cx="11887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645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66.9%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600200"/>
            <a:ext cx="13716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1645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65.5%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48840"/>
            <a:ext cx="100584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21488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2194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73.9%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14884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2194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73.8%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148840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71.4%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97480"/>
            <a:ext cx="100584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7432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LSTM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2697480"/>
            <a:ext cx="11887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743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42.0%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2697480"/>
            <a:ext cx="11887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2743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37.1%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2697480"/>
            <a:ext cx="137160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36.7%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246120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2918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GRU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" y="324612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3291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59.1%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3246120"/>
            <a:ext cx="1188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8880" y="3291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58.4%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3246120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2918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58.9%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Best model accuracy: 73.9%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Confusion Matrices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MLP</a:t>
            </a:r>
          </a:p>
        </p:txBody>
      </p:sp>
      <p:pic>
        <p:nvPicPr>
          <p:cNvPr id="5" name="Picture 4" descr="cm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17320"/>
            <a:ext cx="2834640" cy="2125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CNN</a:t>
            </a:r>
          </a:p>
        </p:txBody>
      </p:sp>
      <p:pic>
        <p:nvPicPr>
          <p:cNvPr id="7" name="Picture 6" descr="cm_c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417320"/>
            <a:ext cx="2834640" cy="21259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LSTM</a:t>
            </a:r>
          </a:p>
        </p:txBody>
      </p:sp>
      <p:pic>
        <p:nvPicPr>
          <p:cNvPr id="9" name="Picture 8" descr="cm_lst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2834640" cy="21259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6B"/>
                </a:solidFill>
              </a:rPr>
              <a:t>GRU</a:t>
            </a:r>
          </a:p>
        </p:txBody>
      </p:sp>
      <p:pic>
        <p:nvPicPr>
          <p:cNvPr id="11" name="Picture 10" descr="cm_g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417320"/>
            <a:ext cx="283464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Interpretability — SHAP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Which regions of the mel-spectrogram most influence the CNN's prediction?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SHAP (SHapley Additive exPlanations)
Red regions = frequency bands that strongly push toward the predicted emotion
Blue regions = areas that suppress the prediction
Allows us to understand what the CNN 'hears'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097280"/>
            <a:ext cx="6400800" cy="53035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[Run notebook 05_evaluation.ipynb]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315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Best model: CNN — Accuracy 73.9%, F1 macro 73.8%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7315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CNN excels by treating audio as a 2D image (mel-spectrogram)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7315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LSTM/GRU capture temporal dynamics of vocal emotion effectively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43400"/>
            <a:ext cx="7315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SHAP reveals which frequency bands are most discriminative per emotion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49240"/>
            <a:ext cx="73152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Neutral class remains hardest to classify (fewest training samples)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CCCC"/>
                </a:solidFill>
              </a:rPr>
              <a:t>Future work: transformer-based models (Wav2Vec 2.0), cross-corpus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974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DD8E6"/>
                </a:solidFill>
              </a:rPr>
              <a:t>GitHub: github.com/anastasia-drojjina/ravdess-emotion-recognition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AABB"/>
                </a:solidFill>
              </a:rPr>
              <a:t>Dataset: RAVDESS — Livingstone &amp; Russo (2018) — doi:10.5281/zenodo.1188976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